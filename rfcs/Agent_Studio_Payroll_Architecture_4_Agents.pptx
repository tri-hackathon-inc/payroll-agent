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5AA7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7A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STUDIO • PAYROLL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880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TriNet Agent Factory Concept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6675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4F"/>
                </a:solidFill>
              </a:rPr>
              <a:t>Agent Studio for Payroll Services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938528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17E"/>
                </a:solidFill>
              </a:rPr>
              <a:t>Configurable agent creation, reusable templates, tool attachment, and service-level integration for Payrun experiences.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2880360"/>
            <a:ext cx="1554480" cy="292608"/>
          </a:xfrm>
          <a:prstGeom prst="roundRect">
            <a:avLst>
              <a:gd name="adj" fmla="val 46875"/>
            </a:avLst>
          </a:prstGeom>
          <a:solidFill>
            <a:srgbClr val="0E5AA7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93065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AGENT STUDIO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331720" y="288036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7257B5"/>
          </a:solidFill>
          <a:ln w="12700">
            <a:solidFill>
              <a:srgbClr val="7257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2930652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AGENT FACTORY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42232" y="2880360"/>
            <a:ext cx="1371600" cy="292608"/>
          </a:xfrm>
          <a:prstGeom prst="roundRect">
            <a:avLst>
              <a:gd name="adj" fmla="val 4687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2232" y="293065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PAYRUN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52360" y="105156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EEF3F8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1124712"/>
            <a:ext cx="334670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CREATE / USE AGENT TEMPLATE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35440" y="1645920"/>
            <a:ext cx="0" cy="292608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52360" y="196596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2088" y="2039112"/>
            <a:ext cx="334670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ADD CONFIGURATION + 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2560320"/>
            <a:ext cx="0" cy="292608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288036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2088" y="2953512"/>
            <a:ext cx="334670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ATTACH TOOLS + DOMAIN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3474720"/>
            <a:ext cx="0" cy="292608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379476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EAF5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2088" y="3867912"/>
            <a:ext cx="334670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ATTACH AGENT TO PAYRUN SERVICE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35440" y="4389120"/>
            <a:ext cx="0" cy="292608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52360" y="470916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FF4E8"/>
          </a:solidFill>
          <a:ln w="12700">
            <a:solidFill>
              <a:srgbClr val="E783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2088" y="4782312"/>
            <a:ext cx="33467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RUNTIME AGENT EXPERIENCE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97764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AA7"/>
                </a:solidFill>
              </a:rPr>
              <a:t>Target: &lt;trinet-domain&gt;/payroll/trinetpay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" y="443484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5"/>
                </a:solidFill>
              </a:rPr>
              <a:t>Agent factory: &lt;trinet-domain&gt;/&lt;trinet-agent-factory&gt;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48920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17E"/>
                </a:solidFill>
              </a:rPr>
              <a:t>Source control: GitHub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1. Agent Studio — Create and Configure an Agent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17E"/>
                </a:solidFill>
              </a:rPr>
              <a:t>A guided UI captures agent intent, model choice, attachment point, domain, and tools.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67665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727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CREATE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17E"/>
                </a:solidFill>
              </a:rPr>
              <a:t>Agent description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929384"/>
            <a:ext cx="44348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2007108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5"/>
                </a:solidFill>
              </a:rPr>
              <a:t>Explain what the agent should do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17E"/>
                </a:solidFill>
              </a:rPr>
              <a:t>Questions / prompt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2432304"/>
            <a:ext cx="44348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2510028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5"/>
                </a:solidFill>
              </a:rPr>
              <a:t>Define expected questions or task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17E"/>
                </a:solidFill>
              </a:rPr>
              <a:t>Model type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935224"/>
            <a:ext cx="44348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3012948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5"/>
                </a:solidFill>
              </a:rPr>
              <a:t>Open-source model / configured model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17E"/>
                </a:solidFill>
              </a:rPr>
              <a:t>Page to attach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3438144"/>
            <a:ext cx="44348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3515868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5"/>
                </a:solidFill>
              </a:rPr>
              <a:t>Payrun / employee / summary page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17E"/>
                </a:solidFill>
              </a:rPr>
              <a:t>Agent capability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3941064"/>
            <a:ext cx="44348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5184" y="4018788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5"/>
                </a:solidFill>
              </a:rPr>
              <a:t>General Query / Comprehension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44805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17E"/>
                </a:solidFill>
              </a:rPr>
              <a:t>Tools attached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4443984"/>
            <a:ext cx="443484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4521708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5"/>
                </a:solidFill>
              </a:rPr>
              <a:t>Payroll APIs, history, validation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498348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17E"/>
                </a:solidFill>
              </a:rPr>
              <a:t>Domain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4946904"/>
            <a:ext cx="4434840" cy="347472"/>
          </a:xfrm>
          <a:prstGeom prst="roundRect">
            <a:avLst>
              <a:gd name="adj" fmla="val 10526"/>
            </a:avLst>
          </a:prstGeom>
          <a:solidFill>
            <a:srgbClr val="EAF5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15184" y="5024628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5"/>
                </a:solidFill>
              </a:rPr>
              <a:t>Payrun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15000" y="5413248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0E5AA7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5513832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09560" y="14173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Supported Agent Types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909560" y="1874520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EEF3F8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1947672"/>
            <a:ext cx="316382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SUMMARIZER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09560" y="2697480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9288" y="2770632"/>
            <a:ext cx="316382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GENERAL QUERY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09560" y="3520440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FFF4E8"/>
          </a:solidFill>
          <a:ln w="12700">
            <a:solidFill>
              <a:srgbClr val="E783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19288" y="3593592"/>
            <a:ext cx="316382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ANOMALY DETECTION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09560" y="461772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17E"/>
                </a:solidFill>
              </a:rPr>
              <a:t>Persisted metadata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01000" y="4956048"/>
            <a:ext cx="2926080" cy="7772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E2935"/>
                </a:solidFill>
              </a:rPr>
              <a:t>• agent_name</a:t>
            </a:r>
            <a:endParaRPr lang="en-US" sz="1100" dirty="0"/>
          </a:p>
          <a:p>
            <a:r>
              <a:rPr lang="en-US" sz="1100" dirty="0">
                <a:solidFill>
                  <a:srgbClr val="1E2935"/>
                </a:solidFill>
              </a:rPr>
              <a:t>• model_used</a:t>
            </a:r>
            <a:endParaRPr lang="en-US" sz="1100" dirty="0"/>
          </a:p>
          <a:p>
            <a:r>
              <a:rPr lang="en-US" sz="1100" dirty="0">
                <a:solidFill>
                  <a:srgbClr val="1E2935"/>
                </a:solidFill>
              </a:rPr>
              <a:t>• type_of_agent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2. Agent Factory — Backend Creation &amp; Registry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17E"/>
                </a:solidFill>
              </a:rPr>
              <a:t>The service turns UI configuration into a reusable, discoverable agent instance.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EF3F8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947672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Studio UI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2240280"/>
            <a:ext cx="64008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54680" y="1627632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700784"/>
            <a:ext cx="1929384" cy="1088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POST /create-agent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config + tools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2240280"/>
            <a:ext cx="59436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97880" y="1481328"/>
            <a:ext cx="2240280" cy="1508760"/>
          </a:xfrm>
          <a:prstGeom prst="roundRect">
            <a:avLst>
              <a:gd name="adj" fmla="val 3636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7608" y="1554480"/>
            <a:ext cx="2020824" cy="1362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Factory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• Template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• Model config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• Tool binding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240280"/>
            <a:ext cx="59436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32520" y="1627632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EAF5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42248" y="1700784"/>
            <a:ext cx="2203704" cy="1088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Registry / DB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name • model •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379476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17E"/>
                </a:solidFill>
              </a:rPr>
              <a:t>Example generated 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416052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4E8"/>
          </a:solidFill>
          <a:ln w="12700">
            <a:solidFill>
              <a:srgbClr val="E783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33672"/>
            <a:ext cx="25237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Anomaly_Detection_Payrun_Agent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37947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17E"/>
                </a:solidFill>
              </a:rPr>
              <a:t>Service lookup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4160520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EEF3F8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1648" y="4233672"/>
            <a:ext cx="26151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GET /get-agent-by-service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379476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17E"/>
                </a:solidFill>
              </a:rPr>
              <a:t>Implementation option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416052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4233672"/>
            <a:ext cx="357530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HF-based Agent Factory + templates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52852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17E"/>
                </a:solidFill>
              </a:rPr>
              <a:t>Repository / service boundary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5257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5AA7"/>
                </a:solidFill>
              </a:rPr>
              <a:t>&lt;trinet-domain&gt;/&lt;trinet-agent-factory&gt;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3. Connect the Agent to the Payroll 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17E"/>
                </a:solidFill>
              </a:rPr>
              <a:t>Wire a selected agent into the Payrun flow while keeping creation centralized in the Agent Factory.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926080" cy="731520"/>
          </a:xfrm>
          <a:prstGeom prst="roundRect">
            <a:avLst>
              <a:gd name="adj" fmla="val 7500"/>
            </a:avLst>
          </a:prstGeom>
          <a:solidFill>
            <a:srgbClr val="EEF3F8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27632"/>
            <a:ext cx="270662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&lt;trinet-domain&gt;/payroll/trinetpay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11880" y="1920240"/>
            <a:ext cx="100584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17720" y="155448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7448" y="1627632"/>
            <a:ext cx="21579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/create-agent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(optional façade)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95160" y="1920240"/>
            <a:ext cx="100584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01000" y="1554480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0728" y="1627632"/>
            <a:ext cx="307238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&lt;trinet-domain&gt;/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&lt;trinet-agent-factory&gt;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880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Runtime attachment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410712"/>
            <a:ext cx="20665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List Payruns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666744"/>
            <a:ext cx="6858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03320" y="333756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3048" y="3410712"/>
            <a:ext cx="20665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Payrun Landing Page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666744"/>
            <a:ext cx="6858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75120" y="333756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EEF3F8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3410712"/>
            <a:ext cx="20665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Window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3666744"/>
            <a:ext cx="6858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46920" y="3182112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6648" y="3255264"/>
            <a:ext cx="1380744" cy="813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Selected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70916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17E"/>
                </a:solidFill>
              </a:rPr>
              <a:t>The UI discovers the agent configured for the Payrun service/page and renders the appropriate experience.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9808" y="5440680"/>
            <a:ext cx="2057400" cy="292608"/>
          </a:xfrm>
          <a:prstGeom prst="roundRect">
            <a:avLst>
              <a:gd name="adj" fmla="val 46875"/>
            </a:avLst>
          </a:prstGeom>
          <a:solidFill>
            <a:srgbClr val="0E5AA7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490972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SERVICE-AWARE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017520" y="5440680"/>
            <a:ext cx="2057400" cy="292608"/>
          </a:xfrm>
          <a:prstGeom prst="roundRect">
            <a:avLst>
              <a:gd name="adj" fmla="val 46875"/>
            </a:avLst>
          </a:prstGeom>
          <a:solidFill>
            <a:srgbClr val="7257B5"/>
          </a:solidFill>
          <a:ln w="12700">
            <a:solidFill>
              <a:srgbClr val="7257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5490972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CONFIG-DRIVEN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85232" y="5440680"/>
            <a:ext cx="2057400" cy="292608"/>
          </a:xfrm>
          <a:prstGeom prst="roundRect">
            <a:avLst>
              <a:gd name="adj" fmla="val 4687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5490972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REUSABLE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52944" y="5440680"/>
            <a:ext cx="2057400" cy="292608"/>
          </a:xfrm>
          <a:prstGeom prst="roundRect">
            <a:avLst>
              <a:gd name="adj" fmla="val 46875"/>
            </a:avLst>
          </a:prstGeom>
          <a:solidFill>
            <a:srgbClr val="E78324"/>
          </a:solidFill>
          <a:ln w="12700">
            <a:solidFill>
              <a:srgbClr val="E783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2944" y="5490972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TOOL-BOUND</a:t>
            </a:r>
            <a:endParaRPr lang="en-US" sz="8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4. Payrun Agent Experiences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300">
                <a:solidFill>
                  <a:srgbClr val="5E6A78"/>
                </a:solidFill>
              </a:defRPr>
            </a:pPr>
            <a:r>
              <a:t>Four agent patterns share the same factory and attachment model but execute differently at runtime.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578608" cy="448056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578608" cy="109728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2743"/>
                </a:solidFill>
              </a:rPr>
              <a:t>Anomaly Detection</a:t>
            </a:r>
            <a:endParaRPr sz="1600" b="1">
              <a:solidFill>
                <a:srgbClr val="12274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D67E2D"/>
                </a:solidFill>
              </a:rPr>
              <a:t>Real-time / long-running</a:t>
            </a:r>
            <a:endParaRPr sz="1150" b="1">
              <a:solidFill>
                <a:srgbClr val="D67E2D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2128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F3A"/>
                </a:solidFill>
              </a:rPr>
              <a:t>Validate incoming Payrun data against historical patterns, flag anomalies, and raise alerts before issues propagate.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7512" y="4407408"/>
            <a:ext cx="2249424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90288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2F3A"/>
                </a:solidFill>
              </a:rPr>
              <a:t>Payrun input → History → Compare → Flag / Alert</a:t>
            </a:r>
            <a:endParaRPr sz="1050" b="1">
              <a:solidFill>
                <a:srgbClr val="262F3A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10128" y="1417320"/>
            <a:ext cx="2578608" cy="448056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417320"/>
            <a:ext cx="2578608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737360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2743"/>
                </a:solidFill>
              </a:rPr>
              <a:t>General Question</a:t>
            </a:r>
            <a:endParaRPr sz="1600" b="1">
              <a:solidFill>
                <a:srgbClr val="122743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93008" y="2286000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563A0"/>
                </a:solidFill>
              </a:rPr>
              <a:t>Interactive comprehension</a:t>
            </a:r>
            <a:endParaRPr sz="1150" b="1">
              <a:solidFill>
                <a:srgbClr val="2563A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93008" y="2743200"/>
            <a:ext cx="22128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F3A"/>
                </a:solidFill>
              </a:rPr>
              <a:t>Answer contextual questions about the Payrun using attached payroll tools and service data.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74720" y="4407408"/>
            <a:ext cx="2249424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4590288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2F3A"/>
                </a:solidFill>
              </a:rPr>
              <a:t>Question → Tools → Payroll context → Answer</a:t>
            </a:r>
            <a:endParaRPr sz="1050" b="1">
              <a:solidFill>
                <a:srgbClr val="262F3A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17336" y="1417320"/>
            <a:ext cx="2578608" cy="448056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7336" y="1417320"/>
            <a:ext cx="2578608" cy="109728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737360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2743"/>
                </a:solidFill>
              </a:rPr>
              <a:t>Summarizer</a:t>
            </a:r>
            <a:endParaRPr sz="1600" b="1">
              <a:solidFill>
                <a:srgbClr val="12274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0216" y="2286000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C7A56"/>
                </a:solidFill>
              </a:rPr>
              <a:t>Employee / Payrun summary</a:t>
            </a:r>
            <a:endParaRPr sz="1150" b="1">
              <a:solidFill>
                <a:srgbClr val="2C7A56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00216" y="2743200"/>
            <a:ext cx="22128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F3A"/>
                </a:solidFill>
              </a:rPr>
              <a:t>Fetch employee-level Payrun details from backend services and produce a structured summary for UI rendering.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81928" y="4407408"/>
            <a:ext cx="2249424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4590288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2F3A"/>
                </a:solidFill>
              </a:rPr>
              <a:t>Employee detail → BE data → Summarize → Render</a:t>
            </a:r>
            <a:endParaRPr sz="1050" b="1">
              <a:solidFill>
                <a:srgbClr val="262F3A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924544" y="1417320"/>
            <a:ext cx="2578608" cy="448056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4544" y="1417320"/>
            <a:ext cx="2578608" cy="109728"/>
          </a:xfrm>
          <a:prstGeom prst="rect">
            <a:avLst/>
          </a:prstGeom>
          <a:solidFill>
            <a:srgbClr val="6C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737360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2743"/>
                </a:solidFill>
              </a:rPr>
              <a:t>Failure Investigation</a:t>
            </a:r>
            <a:endParaRPr sz="1600" b="1">
              <a:solidFill>
                <a:srgbClr val="122743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07424" y="2286000"/>
            <a:ext cx="22128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6C4C9B"/>
                </a:solidFill>
              </a:rPr>
              <a:t>Engineering recovery agent</a:t>
            </a:r>
            <a:endParaRPr sz="1150" b="1">
              <a:solidFill>
                <a:srgbClr val="6C4C9B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07424" y="2743200"/>
            <a:ext cx="22128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F3A"/>
                </a:solidFill>
              </a:rPr>
              <a:t>Detect a service/code failure, rerun the failed workflow to reproduce it, capture evidence such as a screenshot and logs, then send the diagnostic package to the responsible engineer.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089136" y="4407408"/>
            <a:ext cx="2249424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98864" y="4590288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62F3A"/>
                </a:solidFill>
              </a:rPr>
              <a:t>Detect error → Re-run → Capture evidence → Engineer</a:t>
            </a:r>
            <a:endParaRPr sz="1050" b="1">
              <a:solidFill>
                <a:srgbClr val="262F3A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" y="605332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E6A78"/>
                </a:solidFill>
              </a:rPr>
              <a:t>Failure Investigation is diagnostic: reproduction and evidence collection are automated; code changes remain under engineering control.</a:t>
            </a:r>
            <a:endParaRPr sz="1050">
              <a:solidFill>
                <a:srgbClr val="5E6A7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5. End-to-End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17E"/>
                </a:solidFill>
              </a:rPr>
              <a:t>One control plane for agent configuration; multiple runtime agents attached to payroll microservices.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EF3F8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Studio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UI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1460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432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Factory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2628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Templates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Model Config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3796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Bindings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4964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AF5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936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Registry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561320" y="192024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71048" y="1993392"/>
            <a:ext cx="87782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GitHub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461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66717E"/>
                </a:solidFill>
              </a:rPr>
              <a:t>RUNTIME / PAYROLL MICROSERVICE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11064240" cy="1600200"/>
          </a:xfrm>
          <a:prstGeom prst="roundRect">
            <a:avLst>
              <a:gd name="adj" fmla="val 2857"/>
            </a:avLst>
          </a:prstGeom>
          <a:solidFill>
            <a:srgbClr val="F0F5F9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Payrun 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FF4E8"/>
          </a:solidFill>
          <a:ln w="12700">
            <a:solidFill>
              <a:srgbClr val="E783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Anomaly Agent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General Query Agent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EAF5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1364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Summarizer Agent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4343400"/>
            <a:ext cx="4572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0" y="4343400"/>
            <a:ext cx="4572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46720" y="4343400"/>
            <a:ext cx="4572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58368" y="562356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</a:rPr>
              <a:t>Design principle: agent behavior is configuration-driven; payroll services remain the source of truth and tools provide controlled access.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Business View | 1. Frame the Problem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A78"/>
                </a:solidFill>
              </a:rPr>
              <a:t>Payroll has multiple high-value AI use cases, but each agent can become a separate engineering effort.</a:t>
            </a:r>
            <a:endParaRPr sz="140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1546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3152" cy="315468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Repeated Build Effort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0632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Every use case needs agent setup, model configuration, tools and service integration.</a:t>
            </a:r>
          </a:p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Summarizer, General Query and Anomaly Detection repeat the same foundational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45920"/>
            <a:ext cx="3474720" cy="31546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645920"/>
            <a:ext cx="73152" cy="315468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Hard to Scale Across Payroll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0288" y="2331720"/>
            <a:ext cx="30632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Agents need to be wired into Payrun pages and backend flows.</a:t>
            </a:r>
          </a:p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One-off implementations create inconsistent deployment, ownership and maintenance.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645920"/>
            <a:ext cx="3474720" cy="31546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4152" y="1645920"/>
            <a:ext cx="73152" cy="315468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Trust &amp; Governance Matter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02752" y="2331720"/>
            <a:ext cx="30632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Payroll decisions depend on sensitive, high-trust data.</a:t>
            </a:r>
          </a:p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Agents must use approved models, domain tools and controlled access—not ad-hoc integrations.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212080"/>
            <a:ext cx="9921240" cy="822960"/>
          </a:xfrm>
          <a:prstGeom prst="roundRect">
            <a:avLst/>
          </a:prstGeom>
          <a:solidFill>
            <a:srgbClr val="12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376672"/>
            <a:ext cx="9372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Business need: Create once, configure safely, and attach reusable agents to Payroll experiences.</a:t>
            </a:r>
            <a:endParaRPr sz="17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Business View | 2. Show the Idea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A78"/>
                </a:solidFill>
              </a:rPr>
              <a:t>Agent Studio + Agent Factory turns agent creation into a reusable platform capability for Payroll.</a:t>
            </a:r>
            <a:endParaRPr sz="140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2144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CREATE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Start from an
Agent Template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569464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3864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CONFIGURE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036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Description • Model
Domain • Page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901184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492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15583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3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8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ATTACH TOOLS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8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Approved Payroll APIs
&amp; domain tools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232903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47304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4380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PUBLISH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4380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Agent Factory creates
&amp; registers agent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564624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38359" y="1874519"/>
            <a:ext cx="2121408" cy="1965960"/>
          </a:xfrm>
          <a:prstGeom prst="roundRect">
            <a:avLst/>
          </a:prstGeom>
          <a:solidFill>
            <a:srgbClr val="E7F5ED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79024" y="1536192"/>
            <a:ext cx="640080" cy="640080"/>
          </a:xfrm>
          <a:prstGeom prst="ellipse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7902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75519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USE IN PAYRUN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75519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Agent Window in
Payroll experience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43159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743"/>
                </a:solidFill>
              </a:rPr>
              <a:t>Business Value</a:t>
            </a:r>
            <a:endParaRPr sz="1800" b="1">
              <a:solidFill>
                <a:srgbClr val="122743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0080" y="4736592"/>
            <a:ext cx="356616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736592"/>
            <a:ext cx="73152" cy="123444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901183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Faster Time-to-Value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8680" y="542239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Reusable templates reduce effort to launch new Payroll agents.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4736592"/>
            <a:ext cx="356616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4736592"/>
            <a:ext cx="73152" cy="123444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901183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Governed AI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0" y="542239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Models, tools and domains are controlled through a common configuration path.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4736592"/>
            <a:ext cx="356616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4736592"/>
            <a:ext cx="73152" cy="123444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901183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Scale Across Use Cases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75320" y="542239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One platform supports Summarizer, General Query, Anomaly Detection and future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4911</Words>
  <Application>WPS Presentation</Application>
  <PresentationFormat>On-screen Show (16:9)</PresentationFormat>
  <Paragraphs>295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Aptos</vt:lpstr>
      <vt:lpstr>Segoe UI</vt:lpstr>
      <vt:lpstr>Aptos</vt:lpstr>
      <vt:lpstr>Aptos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TriNet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Studio for Payroll Services</dc:title>
  <dc:creator>OpenAI</dc:creator>
  <dc:subject>Agent Studio - Payroll Agent Factory</dc:subject>
  <cp:lastModifiedBy>Himanshu Gupta</cp:lastModifiedBy>
  <cp:revision>2</cp:revision>
  <dcterms:created xsi:type="dcterms:W3CDTF">2026-09-10T22:16:00Z</dcterms:created>
  <dcterms:modified xsi:type="dcterms:W3CDTF">2026-09-10T22:57:30Z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E51033946A4A4E36AA54CEE76C8F63DF_12</vt:lpwstr>
  </property>
</Properties>
</file>